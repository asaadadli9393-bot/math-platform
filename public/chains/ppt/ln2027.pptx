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اللوغاريتم النيبيري، خواصه الجبرية، المعادلات والمتراجحات اللوغاريتمية، ودوال معقدة تجمع ln والأسية — مع الحلول.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ln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ln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ln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ln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ln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ln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ln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اللوغاريتمية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ln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11 — إنشاء (∆) و (T) والمنحنى Cf</a:t>
            </a:r>
          </a:p>
        </p:txBody>
      </p:sp>
      <p:pic>
        <p:nvPicPr>
          <p:cNvPr id="6" name="Picture 5" descr="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f(x) = x + 1 + ln(x)/x: المقارب المائل (∆): y = x + 1 — المنحنى فوقه من أجل x &gt; 1 وتحته من أجل 0 &lt; x &lt; 1، ويمر بالنقطة A(1؛ 2) ومماسها (T): y = 2x.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التميز في الدوال اللوغاريتمية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