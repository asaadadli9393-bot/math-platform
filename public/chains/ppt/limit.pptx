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الحساب المباشر للنهايات، النهايات غير المحددة، المقارن التزايد، النهايات عند المالانهاية والمسائل الشاملة مع التمثيل الهندسي.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limit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limit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limit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limit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limit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limit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limit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النهايات والسلوك التقاربي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limit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06 — المقارب المائل والمقارب العمودي</a:t>
            </a:r>
          </a:p>
        </p:txBody>
      </p:sp>
      <p:pic>
        <p:nvPicPr>
          <p:cNvPr id="6" name="Picture 5" descr="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بكتابة f(x) = x + 1 + (3x+2)/(x+1)² نقرأ مباشرة المقارب المائل (∆): y = x + 1 والمقارب العمودي x = −1 — المنحنى يقطع مقاربه المائل في النقطة I(−2/3؛ 1/3).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النهايات والسلوك التقاربي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