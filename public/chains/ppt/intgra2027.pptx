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حساب الدوال الأصلية، تقنيات التكامل بالتجزئة والتغيير، توظيف التكامل في حساب المساحات والحجوم والقيمة المتوسطة.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+ 1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intgra2027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intgra2027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intgra2027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intgra2027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intgra2027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intgra2027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intgra2027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الأصلية والحساب التكاملي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intgra2027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1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الثامن — إنشاء (∆) و Cf وحساب المساحة S</a:t>
            </a:r>
          </a:p>
        </p:txBody>
      </p:sp>
      <p:pic>
        <p:nvPicPr>
          <p:cNvPr id="6" name="Picture 5" descr="int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f(x) = x − 1 + (x−2)eˣ: المنحنى تحت مقاربه (∆): y = x − 1 على المجال [0؛ 2] — المساحة S المظللة تُحسب بـ ∫₀²[(x−1) − f(x)]dx ثم تُحوّل إلى cm² بوحدة الرسم.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الدوال الأصلية والحساب التكاملي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