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المجال، التزايد والتناقص، التقعر والتحدب، ودراسة كاملة للدوال مع رسم المنحنيات والحلول النموذجية المفصلة.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+ 2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fonction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fonction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fonction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fonction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fonction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fonction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fonction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الدوال العددية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fonction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2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01 — إنشاء Cf والمماسين T₁ و T₂</a:t>
            </a:r>
          </a:p>
        </p:txBody>
      </p:sp>
      <p:pic>
        <p:nvPicPr>
          <p:cNvPr id="6" name="Picture 5" descr="foncti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f(x) = −3 + 1/(x−2): مقارب عمودي x = 2 ومقارب أفقي y = −3 ومركز تناظر A(2؛ −3) — المماسان الموازيان للمستقيم y = −x − 1 هما T₁ عند (1؛ −4) و T₂ عند (3؛ −2).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01 (II) — إنشاء Ch انطلاقاً من Cf</a:t>
            </a:r>
          </a:p>
        </p:txBody>
      </p:sp>
      <p:pic>
        <p:nvPicPr>
          <p:cNvPr id="6" name="Picture 5" descr="fonct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h(x) = −f(|x|) دالة زوجية: نأخذ تناظر الجزء الواقع على x &gt; 0 بالنسبة لمحور التراتيب ثم نبقي انعكاسه — النقطة E(0؛ 7/2) قيمة حدية للدالة.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الدوال العددية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