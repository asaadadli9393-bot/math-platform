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الاحتمالات الشرطية، الدستور الكلي، التجارب المتكررة والقانون ذو الحدين، المتغير العشوائي وقانونه، والمؤشرات الإحصائية.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+ 2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proba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proba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proba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proba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proba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proba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proba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الاحتمالات والإحصاء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proba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2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شجرة الاحتمالات — قراءة الاحتمالات الشرطية</a:t>
            </a:r>
          </a:p>
        </p:txBody>
      </p:sp>
      <p:pic>
        <p:nvPicPr>
          <p:cNvPr id="6" name="Picture 5" descr="pro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الشجرة تنظّم تجربة ذات مرحلتين: احتمال التصالب هو حاصل ضرب الاحتمالات على المسار — أداة أساسية في الاحتمالات الشرطية والدستور الكلي.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09 — مخطط الأعمدة لقانون المتغير العشوائي X</a:t>
            </a:r>
          </a:p>
        </p:txBody>
      </p:sp>
      <p:pic>
        <p:nvPicPr>
          <p:cNvPr id="6" name="Picture 5" descr="proba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X مجموع أرقام 3 كرات مسحوبة من صندوق: القيم 2..6 باحتمالات مقامها 120 — أعلى عمود عند x = 4 باحتمال 49/120، والأمل الرياضي E(X) = 469/120 ≈ 3.91.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الاحتمالات والإحصاء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