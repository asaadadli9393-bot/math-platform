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005840" y="219456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0" b="1">
                <a:solidFill>
                  <a:srgbClr val="065F46"/>
                </a:solidFill>
              </a:rPr>
              <a:t>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A7F3D0"/>
                </a:solidFill>
                <a:latin typeface="Tahoma"/>
                <a:cs typeface="Tahoma"/>
              </a:rPr>
              <a:t>منصة تدرّج للرياضيات — سلاسل البكالوريا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</a:rPr>
              <a:t>سلسلة الاشتقاقية وتطبيقاتها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900" b="0">
                <a:solidFill>
                  <a:srgbClr val="A7F3D0"/>
                </a:solidFill>
                <a:latin typeface="Tahoma"/>
                <a:cs typeface="Tahoma"/>
              </a:rPr>
              <a:t>تمارين مع الحلول النموذجية المفصلة + التمثيلات البيانية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429000"/>
            <a:ext cx="356616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400" b="1">
                <a:solidFill>
                  <a:srgbClr val="78350F"/>
                </a:solidFill>
                <a:latin typeface="Tahoma"/>
                <a:cs typeface="Tahoma"/>
              </a:rPr>
              <a:t>ثالثة ثانوي — استعداد للبكالوريا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9052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50" b="0">
                <a:solidFill>
                  <a:srgbClr val="A7F3D0"/>
                </a:solidFill>
                <a:latin typeface="Tahoma"/>
                <a:cs typeface="Tahoma"/>
              </a:rPr>
              <a:t>القواعد الأساسية، الاشتقاقية المتتالية، جدول التغيرات، دراسة الدوال بمعلمات، ومسائل التحسين — مع الحلول النموذجية.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Tahoma"/>
                <a:cs typeface="Tahoma"/>
              </a:rPr>
              <a:t>تحت إشراف الأستاذ: عدلي أسعد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8 صفحات + 1 تمثيل بياني — PowerPoint قابل للتحميل والعرض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الاشتقاقية وتطبيقاتها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1 / 8</a:t>
            </a:r>
          </a:p>
        </p:txBody>
      </p:sp>
      <p:pic>
        <p:nvPicPr>
          <p:cNvPr id="8" name="Picture 7" descr="_derivablite_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الاشتقاقية وتطبيقاتها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2 / 8</a:t>
            </a:r>
          </a:p>
        </p:txBody>
      </p:sp>
      <p:pic>
        <p:nvPicPr>
          <p:cNvPr id="8" name="Picture 7" descr="_derivablite_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الاشتقاقية وتطبيقاتها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3 / 8</a:t>
            </a:r>
          </a:p>
        </p:txBody>
      </p:sp>
      <p:pic>
        <p:nvPicPr>
          <p:cNvPr id="8" name="Picture 7" descr="_derivablite_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الاشتقاقية وتطبيقاتها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4 / 8</a:t>
            </a:r>
          </a:p>
        </p:txBody>
      </p:sp>
      <p:pic>
        <p:nvPicPr>
          <p:cNvPr id="8" name="Picture 7" descr="_derivablite_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الاشتقاقية وتطبيقاتها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5 / 8</a:t>
            </a:r>
          </a:p>
        </p:txBody>
      </p:sp>
      <p:pic>
        <p:nvPicPr>
          <p:cNvPr id="8" name="Picture 7" descr="_derivablite_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الاشتقاقية وتطبيقاتها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6 / 8</a:t>
            </a:r>
          </a:p>
        </p:txBody>
      </p:sp>
      <p:pic>
        <p:nvPicPr>
          <p:cNvPr id="8" name="Picture 7" descr="_derivablite_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الاشتقاقية وتطبيقاتها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7 / 8</a:t>
            </a:r>
          </a:p>
        </p:txBody>
      </p:sp>
      <p:pic>
        <p:nvPicPr>
          <p:cNvPr id="8" name="Picture 7" descr="_derivablite_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الاشتقاقية وتطبيقاتها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8 / 8</a:t>
            </a:r>
          </a:p>
        </p:txBody>
      </p:sp>
      <p:pic>
        <p:nvPicPr>
          <p:cNvPr id="8" name="Picture 7" descr="_derivablite_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cs typeface="Tahoma"/>
              </a:rPr>
              <a:t>التمثيلات البيانية المرافقة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A7F3D0"/>
                </a:solidFill>
                <a:latin typeface="Tahoma"/>
                <a:cs typeface="Tahoma"/>
              </a:rPr>
              <a:t>1 رسوم رياضية توظف في قراءة الحلول وفهم السلوك الهندسي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4434840"/>
            <a:ext cx="3200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78350F"/>
                </a:solidFill>
                <a:latin typeface="Tahoma"/>
                <a:cs typeface="Tahoma"/>
              </a:rPr>
              <a:t>منحنيات • شجرة • Argand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المسألة الشاملة — المقاربات والمماس ومحور التناظر</a:t>
            </a:r>
          </a:p>
        </p:txBody>
      </p:sp>
      <p:pic>
        <p:nvPicPr>
          <p:cNvPr id="6" name="Picture 5" descr="der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f(x) = (x²−2x)/(x²−2x−3): مقاربان عموديان x = −1 و x = 3 ومقارب أفقي y = 1 — المماس عند O هو T: y = (2/3)x، والمستقيم x = 1 محور تناظر للمنحنى.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سلسلة الاشتقاقية وتطبيقاتها — الحلول النموذجية مع التمثيلات البيانية</dc:title>
  <dc:subject>رياضيات — ثالثة ثانوي — بكالوريا</dc:subject>
  <dc:creator>الأستاذ عدلي أسعد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